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44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6F0D25"/>
          </a:solidFill>
          <a:ln w="12700">
            <a:solidFill>
              <a:srgbClr val="6F0D2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02920" y="6629400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EVENTRA  |  School Event Attendance Management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5943600" cy="5943600"/>
          </a:xfrm>
          <a:prstGeom prst="arc">
            <a:avLst/>
          </a:prstGeom>
          <a:noFill/>
          <a:ln w="38100">
            <a:solidFill>
              <a:srgbClr val="E6C84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8595360" y="3474720"/>
            <a:ext cx="4754880" cy="4754880"/>
          </a:xfrm>
          <a:prstGeom prst="arc">
            <a:avLst/>
          </a:prstGeom>
          <a:noFill/>
          <a:ln w="25400">
            <a:solidFill>
              <a:srgbClr val="E6C84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C:/Users/Gab Buena/Desktop/Projects/React Projects/Final_Proj_React/Attendance-Management-System-for-School-Events/assets/AppLog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749808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920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EVENTRA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94944" y="27249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E6C84A"/>
                </a:solidFill>
              </a:rPr>
              <a:t>School event attendance, simplified.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EDEE"/>
                </a:solidFill>
              </a:rPr>
              <a:t>A faster, clearer way for officers to manage events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EDEE"/>
                </a:solidFill>
              </a:rPr>
              <a:t>and for students to prove they were there.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6817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071A"/>
                </a:solidFill>
              </a:rPr>
              <a:t>APP PITCH  |  1–2 MINUTES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30184" y="923544"/>
            <a:ext cx="2404872" cy="487375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1" descr="C:/Users/Gab Buena/Downloads/6cca4147-c567-4312-9ac3-e1f062009e0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960120"/>
            <a:ext cx="2331720" cy="4800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584040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From “Who attended?”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to an answer in seconds.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6F0D25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024"/>
                </a:solidFill>
              </a:rPr>
              <a:t>Attendance should not be a paperwork problem.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D6B70"/>
                </a:solidFill>
              </a:rPr>
              <a:t>School events move quickly. Attendance tracking should move with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7E9E9"/>
          </a:solidFill>
          <a:ln w="12700">
            <a:solidFill>
              <a:srgbClr val="F7E9E9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859536" y="2221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0D25"/>
                </a:solidFill>
              </a:rPr>
              <a:t>Before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024"/>
                </a:solidFill>
              </a:rPr>
              <a:t>Manual lists, scattered records, and slow follow-up.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62272" y="196596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8D6"/>
          </a:solidFill>
          <a:ln w="12700">
            <a:solidFill>
              <a:srgbClr val="FFF8D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4681728" y="2221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071A"/>
                </a:solidFill>
              </a:rPr>
              <a:t>With EVENTRA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1728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024"/>
                </a:solidFill>
              </a:rPr>
              <a:t>One shared source of truth for every event and attendee.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84464" y="196596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8503920" y="2221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8466"/>
                </a:solidFill>
              </a:rPr>
              <a:t>The payoff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024"/>
                </a:solidFill>
              </a:rPr>
              <a:t>Less friction for officers. More visibility for students.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417320" y="4754880"/>
            <a:ext cx="9326880" cy="0"/>
          </a:xfrm>
          <a:prstGeom prst="line">
            <a:avLst/>
          </a:prstGeom>
          <a:noFill/>
          <a:ln w="19050">
            <a:solidFill>
              <a:srgbClr val="D6C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658368" cy="658368"/>
          </a:xfrm>
          <a:prstGeom prst="ellipse">
            <a:avLst/>
          </a:prstGeom>
          <a:solidFill>
            <a:srgbClr val="6F0D25"/>
          </a:solidFill>
          <a:ln w="12700">
            <a:solidFill>
              <a:srgbClr val="6F0D2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914400" y="46548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" y="507687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024"/>
                </a:solidFill>
              </a:rPr>
              <a:t>Create the event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4416552"/>
            <a:ext cx="658368" cy="658368"/>
          </a:xfrm>
          <a:prstGeom prst="ellipse">
            <a:avLst/>
          </a:prstGeom>
          <a:solidFill>
            <a:srgbClr val="E6C84A"/>
          </a:solidFill>
          <a:ln w="12700">
            <a:solidFill>
              <a:srgbClr val="E6C8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4663440" y="46619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071A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41648" y="5138927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024"/>
                </a:solidFill>
              </a:rPr>
              <a:t>Generate / scan QR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4416552"/>
            <a:ext cx="658368" cy="658368"/>
          </a:xfrm>
          <a:prstGeom prst="ellipse">
            <a:avLst/>
          </a:prstGeom>
          <a:solidFill>
            <a:srgbClr val="6F0D25"/>
          </a:solidFill>
          <a:ln w="12700">
            <a:solidFill>
              <a:srgbClr val="6F0D2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8412480" y="46619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81544" y="5138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024"/>
                </a:solidFill>
              </a:rPr>
              <a:t>Review the record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8704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D6B70"/>
                </a:solidFill>
              </a:rPr>
              <a:t>A simple loop that replaces uncertainty with a live attendance picture.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6F0D25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024"/>
                </a:solidFill>
              </a:rPr>
              <a:t>One app. Two perspectives. One shared record.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984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D6B70"/>
                </a:solidFill>
              </a:rPr>
              <a:t>Designed around the actual rhythm of a school event.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670921"/>
            <a:ext cx="2039112" cy="4059936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6" name="Image 0" descr="C:/Users/Gab Buena/Downloads/513e70c6-2f43-46ed-8590-9457ce7ac5d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07497"/>
            <a:ext cx="1965960" cy="398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578572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1  Sign in securely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807208" y="335341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C84A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300984" y="1670921"/>
            <a:ext cx="2039112" cy="4059936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0" name="Image 1" descr="C:/Users/Gab Buena/Downloads/445a9a5e-29ce-4f05-8b26-511a2c89a4c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707497"/>
            <a:ext cx="1965960" cy="39867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578572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2  Officer creates / manages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40680" y="335341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C84A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5925312" y="1670921"/>
            <a:ext cx="2039112" cy="4059936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4" name="Image 2" descr="C:/Users/Gab Buena/Downloads/311bf447-a8e7-44cb-bdb1-477dd70958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1707497"/>
            <a:ext cx="1965960" cy="39867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61888" y="578572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3  Student finds the event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065008" y="335341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C84A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8558784" y="1670921"/>
            <a:ext cx="2039112" cy="4059936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8" name="Image 3" descr="C:/Users/Gab Buena/Downloads/4d6597a0-30bb-444e-9e56-092bedb0e2c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707497"/>
            <a:ext cx="1965960" cy="39867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0" y="578572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4  Attendance is reviewable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331720" y="6126854"/>
            <a:ext cx="7498080" cy="329184"/>
          </a:xfrm>
          <a:prstGeom prst="roundRect">
            <a:avLst>
              <a:gd name="adj" fmla="val 22222"/>
            </a:avLst>
          </a:prstGeom>
          <a:solidFill>
            <a:srgbClr val="6F0D25"/>
          </a:solidFill>
          <a:ln w="12700">
            <a:solidFill>
              <a:srgbClr val="6F0D25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21" name="Text 15"/>
          <p:cNvSpPr/>
          <p:nvPr/>
        </p:nvSpPr>
        <p:spPr>
          <a:xfrm>
            <a:off x="2423160" y="6238349"/>
            <a:ext cx="7315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authentication  •  QR generation  •  QR scanning  •  Archived history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6F0D25"/>
                </a:solidFill>
              </a:rPr>
              <a:t>OFFICER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024"/>
                </a:solidFill>
              </a:rPr>
              <a:t>Control the event from one workspace.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55851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D6B70"/>
                </a:solidFill>
              </a:rPr>
              <a:t>Create, update, archive, and inspect attendance without losing the thread.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0664" y="1503907"/>
            <a:ext cx="2404872" cy="464515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6" name="Image 0" descr="C:/Users/Gab Buena/Downloads/d03cc67c-6d2f-48ec-b35b-41511608d73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40483"/>
            <a:ext cx="233172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203923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Live event overview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19856" y="1503907"/>
            <a:ext cx="2404872" cy="464515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9" name="Image 1" descr="C:/Users/Gab Buena/Downloads/445a9a5e-29ce-4f05-8b26-511a2c89a4c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540483"/>
            <a:ext cx="2331720" cy="457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6432" y="6203923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Search + event management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08192" y="1503907"/>
            <a:ext cx="2404872" cy="464515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2" name="Image 2" descr="C:/Users/Gab Buena/Downloads/5f8c3dfc-36ad-454e-b608-b954d467079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540483"/>
            <a:ext cx="2331720" cy="4572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44768" y="6203923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Archived events stay useful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8887968" y="1828800"/>
            <a:ext cx="2468880" cy="3611880"/>
          </a:xfrm>
          <a:prstGeom prst="roundRect">
            <a:avLst>
              <a:gd name="adj" fmla="val 2963"/>
            </a:avLst>
          </a:prstGeom>
          <a:solidFill>
            <a:srgbClr val="4E071A"/>
          </a:solidFill>
          <a:ln w="12700">
            <a:solidFill>
              <a:srgbClr val="4E071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0"/>
          <p:cNvSpPr/>
          <p:nvPr/>
        </p:nvSpPr>
        <p:spPr>
          <a:xfrm>
            <a:off x="9162288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4A"/>
                </a:solidFill>
              </a:rPr>
              <a:t>Officer toolkit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162288" y="2697480"/>
            <a:ext cx="1920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Create events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Edit details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Archive completed events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Record attendance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Scan student QR codes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Review attendee lists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906256" y="574243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6B70"/>
                </a:solidFill>
              </a:rPr>
              <a:t>The officer gets clarity at the moment it matters: before, during, and after the event.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6F0D25"/>
                </a:solidFill>
              </a:rPr>
              <a:t>STUDENT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024"/>
                </a:solidFill>
              </a:rPr>
              <a:t>Attendance becomes visible, personal, and easy to verify.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D6B70"/>
                </a:solidFill>
              </a:rPr>
              <a:t>Students see what is available, generate their QR, and keep a history of participation.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3544" y="1381549"/>
            <a:ext cx="2542032" cy="48006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6" name="Image 0" descr="C:/Users/Gab Buena/Downloads/6cca4147-c567-4312-9ac3-e1f062009e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18125"/>
            <a:ext cx="2468880" cy="4727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6237013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Generate my QR  •  See status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68496" y="1381549"/>
            <a:ext cx="2542032" cy="48006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9" name="Image 1" descr="C:/Users/Gab Buena/Downloads/311bf447-a8e7-44cb-bdb1-477dd70958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418125"/>
            <a:ext cx="2468880" cy="4727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5072" y="6237013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Browse upcoming events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013448" y="1381549"/>
            <a:ext cx="2542032" cy="48006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DD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2" name="Image 2" descr="C:/Users/Gab Buena/Downloads/4d6597a0-30bb-444e-9e56-092bedb0e2c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418125"/>
            <a:ext cx="2468880" cy="4727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50024" y="6237013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6B70"/>
                </a:solidFill>
              </a:rPr>
              <a:t>Review attendance history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921240" y="20574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466"/>
                </a:solidFill>
              </a:rPr>
              <a:t>Present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82980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024"/>
                </a:solidFill>
              </a:rPr>
              <a:t>or “Not attended” 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024"/>
                </a:solidFill>
              </a:rPr>
              <a:t>no guesswork.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0607040" y="3794760"/>
            <a:ext cx="0" cy="914400"/>
          </a:xfrm>
          <a:prstGeom prst="line">
            <a:avLst/>
          </a:prstGeom>
          <a:noFill/>
          <a:ln w="38100">
            <a:solidFill>
              <a:srgbClr val="E6C8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2"/>
          <p:cNvSpPr/>
          <p:nvPr/>
        </p:nvSpPr>
        <p:spPr>
          <a:xfrm>
            <a:off x="9811512" y="48920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0D25"/>
                </a:solidFill>
              </a:rPr>
              <a:t>A cleaner experience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F0D25"/>
                </a:solidFill>
              </a:rPr>
              <a:t>for every participant.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E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Gab Buena/Desktop/Projects/React Projects/Final_Proj_React/Attendance-Management-System-for-School-Events/assets/AppLogo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49808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EVENTRA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77240" y="2743200"/>
            <a:ext cx="6583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6C84A"/>
                </a:solidFill>
              </a:rPr>
              <a:t>Make every school event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E6C84A"/>
                </a:solidFill>
              </a:rPr>
              <a:t>count — and count correctly.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420624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EDEE"/>
                </a:solidFill>
              </a:rPr>
              <a:t>EVENTRA connects the people who organize events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EDEE"/>
                </a:solidFill>
              </a:rPr>
              <a:t>with the students who make them meaningful.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25780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E6C84A"/>
          </a:solidFill>
          <a:ln w="12700">
            <a:solidFill>
              <a:srgbClr val="E6C8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822960" y="534495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071A"/>
                </a:solidFill>
              </a:rPr>
              <a:t>READY TO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351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EVENTRA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EVENTRA — School Event Attendance, Simplified</dc:title>
  <dc:subject>EVENTRA school event attendance management pitch</dc:subject>
  <dc:creator>EVENTRA</dc:creator>
  <cp:lastModifiedBy>Gab Buena</cp:lastModifiedBy>
  <cp:revision>2</cp:revision>
  <dcterms:created xsi:type="dcterms:W3CDTF">2026-10-26T03:06:32Z</dcterms:created>
  <dcterms:modified xsi:type="dcterms:W3CDTF">2026-10-26T03:25:06Z</dcterms:modified>
</cp:coreProperties>
</file>